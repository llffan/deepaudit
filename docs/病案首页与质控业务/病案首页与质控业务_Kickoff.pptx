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开场白（约 1 分钟）：
各位信息科同事下午好。今天用 20 分钟和大家做一次项目启动前的业务对齐。
我们今天聚焦的对象是病案首页和它的质控业务——这是医院里最“贵”的一张表，
因为它不仅决定医保拨付多少钱，还直接关系到国考排名和法律证据。
DeepAudit 这个项目要做的，就是用技术让这张表填得又快又准。
今天我会从业务讲到技术，最后落到我们启动阶段需要信息科配合的具体事项。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议程介绍（约 1 分钟）：
整体节奏是先建立共识，再讲实施。我们花 3 分钟讲首页本身，让大家理解为什么这一张表如此重要；
然后用 4+4 共 8 分钟拆解质控业务和规则体系；再花 4 分钟讲痛点和我们准备用什么技术解决；
最后 5 分钟落到 Kickoff 行动项——这部分是信息科同事最关心的，包括系统架构、路线图，以及我们需要哪些配合。
中间有问题随时打断我，最后也会留时间集中答疑。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我们今天不是在做“提升数据质量”这种锦上添花的事，是在解决三个现实压力：
第一，医保支付改革。DRG/DIP 全面铺开后，首页里的主要诊断和主要手术编码错一个，
病例可能从 A 组掉到 B 组，医保少给几千甚至几万。这个钱直接从医院净收入里扣。
第二，国考。三级公立医院绩效考核公开排名，院领导盯得很紧，而国考几十个核心指标——
CMI、四级手术占比、低风险组死亡率——全是从首页里抓数据。
第三，医保飞检常态化。飞检员一来，第一份要的就是首页台账，不合规直接拒付加罚款。
60% 的合格率意味着我们每张首页都在赌博——这种状态在 2026 年已经不可持续。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 分钟）：
技术同事可以把它理解成“一次住院的元数据 schema”——它把临床过程压缩成几十个标准化字段，
上接电子病历这种非结构化数据，下接医保接口、统计上报、绩效考核。
右边三个定位是我们做系统时一定要记住的：
1) 付费——它直接产生现金流，不是普通的业务表；
2) 管理——院长盯的指标都从这里来；
3) 法律——一旦上法庭，这是头号证据。
也就是说，这张表的容错率比一般业务表低一个数量级。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 分钟）：
这张表是首页的“字段架构图”。每一类字段背后对应一条数据采集链路：
基本信息来自 HIS 和身份核验；住院信息来自 HIS 和护士站；
诊断来自 EMR；手术来自手麻系统；费用来自 HRP/收费系统。
我们做集成的时候要重点关注“五条链路是否都通”。
实际项目里 80% 的“漏填”问题不是医生不写，而是某条上游链路没接上或者字段映射错了——
这个稍后讲集成架构会回到。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 分钟）：
我反复强调首页错不起，不是危言耸听——
法律层面：上法庭头号证据，错的诊断或缺失的手术记录直接影响赔付判决；
考核层面：国考排名公开，院长非常敏感；
统计层面：首页质量差，连带影响国家、省级的卫生统计，最终影响政策制定。
对信息科来说，这三层意味着我们做的系统要有完整的留痕、审计和版本管理能力——
这也是 DeepAudit 设计的基础假设。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这四个维度是我们规则引擎的设计骨架——任何一条规则最终都会被打上其中一个标签。
完整性最简单：字段是不是空。
逻辑性是字段间约束：时间顺序、性别匹配、年龄匹配。
规范性是值域校验：ICD-10、ICD-9-CM-3，且要注意版本——这是项目里最容易踩坑的点之一，
因为不同医院、不同年份用的版本不一样，规则引擎必须支持版本路由。
一致性最难，因为它要跨系统比对——首页一边、EMR 一边、HRP 收费一边，三方对账。
DeepAudit 的核心难度就在这第四个维度上，需要 NLP 能从病历里提取结构化诊断。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三级质控是医院里的标准流程，不是我们发明的。我们做的是“嵌入式质控”——
在每一级的触发点上调用规则引擎：
源头：医生保存时实时校验 → 单项否决直接拦住，提示建议弹窗；
一级：科室质控员有专属看板，按规则类型聚合本科室缺陷；
二级：编码员看疑难病例队列，主诊推荐模型给候选；
三级：质控科有医院级 dashboard、上报前自动校验。
也就是说，从信息科的角度，我们要给四类角色做四套权限+四套视图，
但底层是一套规则引擎和一份首页数据。这个抽象很关键。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三类规则在产品设计上是不同的交互模式：
强制规则——前端表单必须卡住保存按钮，红色高亮，给出修复路径。
扣分规则——可以保存，但要进考核扣分队列，月底出科室排名。
辅助规则——不打断流程，可累积形成“建议忽略”的统计，反向用来评估规则误报率。
三种规则的存储结构是统一的，但执行时机和处置策略不同。
这是我们规则引擎的核心 API 抽象。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 分钟）：
这五条是我在历史项目里看到触发量 Top 5 的规则。
极端值——通常是录入错误，但偶尔是真实情况，所以是提示而不是阻断。
诊疗矛盾——这一类需要规则引擎做“反向校验”，从手术反推应有诊断。
费用异常——这条最得罪医生，但医保飞检最常用这条切入。
编码版本——需要规则集按时间分版本路由，2024 病案不能用 2025 规则审。
主诊选择疑点——这是 NLP+主诊推荐模型的主战场，也是降低医保扣款最有效的一条。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 分钟）：
这一页主要是给信息科同事敲警钟——规则系统不是一次开发完就结束的。
重点关注两件事：
第一，版本控制。如果今天我们要校验 2023 年的历史病案，必须用 2023 年的规则集。
这意味着规则引擎从第一天就要支持时间路由——按出院日期选择规则版本。
很多失败项目都是这个点漏掉，等历史数据回溯时才发现来不及改。
第二，逻辑删除。停用的规则不能物理删除，要保留归档以便审计——医保飞检会问你“为什么这条规则没拦住”。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前四个痛点是业务痛点，第五个是 IT 痛点。
医生负担和标准不统一是临床侧问题，我们做的不是替医生写，而是降低正确填写的成本——
比如保存时实时弹窗、编码自动联想、主诊推荐。
滞后性需要把质控关口从“事后”前移到“事中”，这是 DeepAudit 设计的核心。
编码资源紧张靠 AI 复核——把 80% 简单病例自动放行，编码员集中处理 20% 疑难病例。
数据孤岛是我们这边主战场——必须把 EMR、HRP、LIS 等接口打通，否则一致性校验是空话。
这一页是 Q1 项目立项的核心问题陈述，PRD 里要逐条对应解决方案。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这五项技术不是堆砌，是配合在一条流水线上：
OCR 把外院纸质报告变结构化 → NLP 从病历正文提取诊断 → 规则引擎做事中校验 → ML 模型给主诊推荐 →
数据中台保证跨系统一致性。
对信息科来说，最关注的应该是规则引擎和数据中台——这两块是我们要主导建设的。
NLP 和 ML 是“模型即服务”，可以选择自研或采购。OCR 业界很成熟，集成现成产品即可。
右下角的虚线框就是 DeepAudit 的产品定位——不是单一技术点，是把五项打包成统一平台。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这是今天最重要的一页架构图，留给信息科同事的核心信息：
DeepAudit 不动现有系统的核心数据库，只做旁路 + 嵌入：
左边五个数据源都是只读对接，通过接口或数据库订阅取数，不写回；
中间是平台五个核心模块，由我们项目组负责建设；
右边四个出口里，“首页上报”是关键——会替换或前置当前的上报通道，需要和现有上报系统对接好。
事中嵌入指的是在医生写病历的工作站里嵌入实时校验组件，这块需要 EMR 厂商配合做集成。
我们后面会出一份详细的接口清单和集成方案，今天先建立架构图共识。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1.5 分钟）：
60 → 95 不是我编的数字，是行业里成熟智慧质控项目的常见水位线。
重要的是这一跃带来的连锁价值：
首先是医保合规，最直接的是减少飞检扣款和拒付——这部分一年可能挽回几百万到上千万的现金流，
对医院财务是看得见的回报；
其次是国考排名提升——CMI、四级手术占比这些指标质量上去后，自然爬升；
再者是数据资产——首页的高质量化让全院的 BI 和科研有了可信的语料基础。
信息科同事通常会被问“这事 ROI 怎么算”，记住医保合规这一条是最硬的算账依据。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讲解要点（约 1 分钟）：
这是建议路线图，6 个月内完成全院推广。我们留 2 周缓冲在 M2/M3 之间。
每个里程碑信息科都有关键交付物：
M1 接口清单是命脉——所有上游系统的字段、协议、频率都要在这一个月内定稳。
M2 是规则引擎落地，先上强制规则确保关键不出错，再逐步上扣分和提示规则。
M3 是 AI 模型落地，需要历史病案做训练集，这部分需要协调病案室提供数据。
M4 是上报和考核对接，要和医保局、卫健委的接口窗口期协调。
如果时间紧，可以把 M3 推到 M4 之后，但 M1 + M2 必须先稳。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结尾发言（约 2 分钟）：
最后落到大家最关心的——本月信息科要做什么。三件事：
第一周：把上游系统的接口清单整理出来，交给我们项目组。这里要重点关注接口能力是只读还是订阅、推送频率、字段是否齐全；
第二周：和病案室一起准备 1000 份脱敏的首页+EMR 作为训练数据。安全这块需要法务和信息安全先评审脱敏方案；
第三-四周：定试点科室，并统计当前合格率作为项目基线——没有基线后面没法证明我们做出了价值。
右边是接下来两周的关键时间点：本周五 PRD 评审，希望大家都能到场。
今天的分享就到这里，下面留时间给大家提问，没解答完的我们会后通过项目群继续跟进。
谢谢各位！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46304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KICKOFF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病案首页与质控业务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从临床数据到医保支付的全流程梳理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7315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项目启动对齐 · 信息科技术视角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项目组    · 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AGENDA · 议程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 20 分钟，我们覆盖五个模块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病案首页是什么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05740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定义、字段、价值定位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0" y="18562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18562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53288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32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25511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质控业务体系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28986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四大维度 + 三级流程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0" y="26974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2697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374136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74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33924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规则体系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373989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类型、示例、生命周期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53872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35387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4215384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153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1640" y="4233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痛点与智慧质控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1640" y="458114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业务痛点 + 技术栈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058400" y="437997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43799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0566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056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9164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Kickoff 行动项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91640" y="5422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架构、路线图、信息科配合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058400" y="522122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0" y="52212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为什么“现在”必须把首页质控做扎实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7830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352044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60%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传统模式下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病案首页合格率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17830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783080"/>
            <a:ext cx="352044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0116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DRG/DIP 入组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依赖首页主诊与主术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7830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783080"/>
            <a:ext cx="35204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0116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国考关键指标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直接取值于首页字段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2628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三股压力同时压向信息科：</a:t>
            </a:r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医保从“按项目付费”转向 DRG/DIP — 首页错一个码，可能扣几千到几万；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国考排名公开 — 院领导每月看的不是 IT 报表，而是首页统计出来的 CMI、四级手术占比；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医保飞检常态化 — 飞检员第一份要的就是首页台账。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病案首页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病案首页：医疗数据的“灵魂”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一句话定义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“谁、在何时、因为什么病、做了什么检查治疗、最后结果如何、花了多少钱。”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一次住院诊疗活动唯一的、结构化的“身份说明”。每一份首页就是一份可被检索、统计、审计的数据资产。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98424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9842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$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6092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付费核心依据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0920" y="228600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DRG/DIP 主分组依据；主诊+主术决定拨付额度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49300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93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3429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管理决策基础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37947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平均住院日、CMI、四级手术占比等全部来源于首页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7091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500176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001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49377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 / 统计载体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60920" y="530352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医疗纠纷的第一份证据；区域卫生统计的源头数据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字段构成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首页的五大字段类别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核心字段示例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业务作用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姓名 · 年龄 · 身份证号 · 职业 · 籍贯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唯一标识患者；区域卫生统计与流行病学分析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住院信息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入院途径 · 入/出院时间 · 科别 · 转科情况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平均住院日 · 床位周转率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诊断信息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主要诊断 · 其他诊断 · 入院病情 · 出院情况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DRG/DIP 入组的关键决定因素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手术信息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手术/操作代码 · 手术级别 · 切口愈合 · 麻醉方式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技术难度、风险与质量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费用信息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总费用 · 自付金额 · 检查/检验/药品/耗材明细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成本监控、医保基金支出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⚑ 对 IT 来说：这五类字段对应五条数据来源链——HIS、EMR、LIS/PACS、手麻系统、HRP/收费系统。任意一条断链都会引发首页缺失。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价值定位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为什么首页错不起：法律 + 考核 + 统计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91640"/>
            <a:ext cx="352044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法律证据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纠纷诉讼的第一文书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61188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医疗纠纷发生时，法院调取的第一份材料就是病案首页。其上的诊断、手术、转归是司法鉴定的直接依据。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1691640"/>
            <a:ext cx="352044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等级评审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国考的核心数据底座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361188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三级公立医院绩效考核（“国考”）大量指标——CMI、四级手术占比、低风险组死亡率——直接取值于首页。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691640"/>
            <a:ext cx="352044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卫生统计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26974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区域与国家级的语料库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361188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国家卫健委的住院疾病谱、手术谱、医保基金运行分析，均以首页为最基础的语料库。首页是公共健康数据的根。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质控四维度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守护数据“真、准、全”的四个维度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91640"/>
            <a:ext cx="164592" cy="2057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562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完整性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必填项是否漏填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例：婴儿患者 → 必须有“新生儿出生体重”；产妇 → 必须有“分娩孕周”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691640"/>
            <a:ext cx="164592" cy="2057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8562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LOGIC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字段之间是否自洽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017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例：入院时间 &lt; 出院时间；男性患者不能出现“卵巢囊肿”诊断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931920"/>
            <a:ext cx="164592" cy="2057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0965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STANDARDIZATION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规范性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4892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是否使用国家统一编码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例：诊断必须使用 ICD-10；手术必须使用 ICD-9-CM-3，且版本对齐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9319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3931920"/>
            <a:ext cx="164592" cy="2057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0965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CONSISTENCY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一致性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29400" y="4892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首页是否与病历对得上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例：首页手术 = 手术记录单 = 收费明细，三者必须互相印证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三级质控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三级质控流程的闭环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945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25603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源头质控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临床医生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出院时填写首页，对真实性负首要责任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218688" y="3200400"/>
            <a:ext cx="182880" cy="365760"/>
          </a:xfrm>
          <a:prstGeom prst="rightTriangl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21945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194560"/>
            <a:ext cx="25603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一级质控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科室质控员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3383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本科室初审，重点查完整性与一致性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007608" y="3200400"/>
            <a:ext cx="182880" cy="365760"/>
          </a:xfrm>
          <a:prstGeom prst="rightTriangl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21945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194560"/>
            <a:ext cx="256032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二级质控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病案编码员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3383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复核主诊选择、编码、并发症体现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5400000">
            <a:off x="8796528" y="3200400"/>
            <a:ext cx="182880" cy="365760"/>
          </a:xfrm>
          <a:prstGeom prst="rightTriangl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6840" y="21945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0" y="2194560"/>
            <a:ext cx="25603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三级质控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质控科 / 医务处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89720" y="3383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终审 + 上报至医保、卫健委平台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↺ 发现问题反馈源头：科室回退、医生改写、编码员重判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⚑ 信息科视角：DeepAudit 要在每一级埋“质控触发点”，让规则引擎根据角色暴露不同的质控视图与权限。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规则体系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规则三分类：处置严厉度递减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91640"/>
            <a:ext cx="352044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830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 BLOCK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单项否决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强制规则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200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触发即阻断保存或上报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典型场景：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25196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主要诊断为空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入院时间 &gt; 出院时间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必填编码字段缺失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691640"/>
            <a:ext cx="3520440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7830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0574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一般缺陷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扣分规则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3200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不阻断流程，但纳入考核扣分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39319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典型场景：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25196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联系电话格式不符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邮编位数错误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职业代码不规范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691640"/>
            <a:ext cx="352044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17830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ADVISORY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20574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提示建议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5820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辅助规则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3200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弹窗提醒，由人决定是否调整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39319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典型场景：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58200" y="425196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主诊可能漏填合并症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诊断与化验结果不符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Bef>
                <a:spcPts val="200"/>
              </a:spcBef>
              <a:buSzPct val="100000"/>
              <a:buChar char="●"/>
            </a:pPr>
            <a:r>
              <a:rPr lang="en-US" sz="1200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编码可进一步细化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规则实例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五个最高频的规则示例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91640"/>
            <a:ext cx="14630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R-EXTREME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7647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极端值校验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764792"/>
            <a:ext cx="6903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年龄 &gt; 120 岁；新生儿体重 &gt; 8000g；住院天数 &gt; 365 天 → 提示确认是否录入错误。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60320"/>
            <a:ext cx="14630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R-CONFLICT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26334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诊疗矛盾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633472"/>
            <a:ext cx="6903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存在“阑尾切除术”手术编码，但诊断里没有“阑尾炎”或相关诊断 → 编码与临床过程不一致。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29000"/>
            <a:ext cx="14630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29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5021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费用异常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502152"/>
            <a:ext cx="6903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内科药占比 &gt; 60%；存在手术费但无任何手术编码；存在 ICU 费但科别非 ICU。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297680"/>
            <a:ext cx="14630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976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R-CODE-VER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43708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编码版本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370832"/>
            <a:ext cx="6903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使用了已废止的 ICD 版本，或编码与文字诊断不符 → 提交医保会被拒。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166360"/>
            <a:ext cx="14630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66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R-DX-ORDER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52395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主诊选择疑点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5239512"/>
            <a:ext cx="6903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其他诊断中存在比主诊“资源消耗更大”的疾病（如恶性肿瘤、严重并发症）→ 主诊选择可能不合规。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生命周期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规则不是一次性资产 — 全生命周期管理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657600"/>
            <a:ext cx="10424160" cy="0"/>
          </a:xfrm>
          <a:prstGeom prst="line">
            <a:avLst/>
          </a:prstGeom>
          <a:noFill/>
          <a:ln w="254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291840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0" y="42062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依据医保新政、国考变更、专项整治新增规则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3291840"/>
            <a:ext cx="731520" cy="7315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版本控制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42062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按生效时间分版本；按病案出院日期匹配规则版本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291840"/>
            <a:ext cx="731520" cy="731520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42062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根据触发量、采纳率、误报率持续调整阈值与逻辑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32520" y="3291840"/>
            <a:ext cx="731520" cy="731520"/>
          </a:xfrm>
          <a:prstGeom prst="ellipse">
            <a:avLst/>
          </a:prstGeom>
          <a:solidFill>
            <a:srgbClr val="F4A2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81812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18120" y="42062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对过时或冲突的规则停用，并保留归档可追溯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338560" y="3291840"/>
            <a:ext cx="731520" cy="731520"/>
          </a:xfrm>
          <a:prstGeom prst="ellipse">
            <a:avLst/>
          </a:prstGeom>
          <a:solidFill>
            <a:srgbClr val="8E5DC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42416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5D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评估反馈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24160" y="42062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定期统计规则效果，反哺下一轮迭代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solidFill>
            <a:srgbClr val="FFF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⚑ 信息科风险点：规则版本与病案出院日期的匹配逻辑必须从一开始设计好，否则历史数据校验会全部跑偏。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业务痛点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现实里我们要解决的五个问题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54864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医生负担重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临床精力主要在治病，把填首页视为额外负担，导致乱填漏填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178040" y="1965960"/>
            <a:ext cx="54864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560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标准不统一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6344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不同医生对“主要诊断”的判断标准不同：临床思维 vs. 医保规则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0972800" y="1965960"/>
            <a:ext cx="54864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58200" y="2560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滞后性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58200" y="3063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出院后甚至上报后才发现错误，召回修改流程繁琐成本高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069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3383280" y="4114800"/>
            <a:ext cx="54864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709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编码资源紧张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68680" y="5212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专业编码员人数有限，难以对海量病案逐份精读复核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069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7178040" y="4114800"/>
            <a:ext cx="548640" cy="54864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63440" y="47091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数据孤岛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663440" y="5212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首页/EMR/收费/检查检验系统未充分打通，一致性校验代价高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智慧质控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技术赋能：五项关键技术的应用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6596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NLP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40280" y="2286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从出院小结、病程记录中自动提取诊断与手术，与首页字段比对，发现漏填、错填、不一致。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832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规则引擎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028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毫秒级自动审核，医生保存时即刻弹窗提示。事中拦截 &gt; 事后召回。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8006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00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OCR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40280" y="4709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OCR / PDF 识别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5120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外院纸质报告、扫描件智能识别为结构化数据导入，减少人工二次录入差错。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196596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8E5DC8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965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机器学习 / 大模型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2286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基于历史病案训练主诊推荐模型，辅助医生选择最合适主诊；疑难编码给出候选。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0896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3832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6384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打通病历、首页、收费、检查检验，提供一致性、合理性校验所需的全量上下文。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52628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263640" y="4526280"/>
            <a:ext cx="5440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把上述五项整合为统一平台 — 单点接入 + 多点联动。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架构与数据流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在医院技术栈中的位置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7830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HIS / EMR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LIS / PACS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手麻系统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HRP / 收费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26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外院/PDF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417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205740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0360" y="274320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80360" y="342900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80360" y="411480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80360" y="480060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83280" y="169164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17830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核心平台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11880" y="2240280"/>
            <a:ext cx="4983480" cy="5486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2240280"/>
            <a:ext cx="109728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3822192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数据接入层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2240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ETL · 字段映射 · 接口适配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11880" y="2880360"/>
            <a:ext cx="4983480" cy="5486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E5D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2880360"/>
            <a:ext cx="109728" cy="548640"/>
          </a:xfrm>
          <a:prstGeom prst="rect">
            <a:avLst/>
          </a:prstGeom>
          <a:solidFill>
            <a:srgbClr val="8E5DC8"/>
          </a:solidFill>
          <a:ln/>
        </p:spPr>
      </p:sp>
      <p:sp>
        <p:nvSpPr>
          <p:cNvPr id="33" name="Text 31"/>
          <p:cNvSpPr/>
          <p:nvPr/>
        </p:nvSpPr>
        <p:spPr>
          <a:xfrm>
            <a:off x="3822192" y="2880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NLP / OCR 引擎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2880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病历提取 · 报告识别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11880" y="3520440"/>
            <a:ext cx="4983480" cy="5486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3520440"/>
            <a:ext cx="109728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3822192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规则引擎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35204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强制 / 扣分 / 提示 · 版本路由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11880" y="4160520"/>
            <a:ext cx="4983480" cy="5486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1880" y="4160520"/>
            <a:ext cx="109728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382219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主诊推荐模型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69280" y="4160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候选生成 · 编码联想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11880" y="4800600"/>
            <a:ext cx="4983480" cy="5486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11880" y="4800600"/>
            <a:ext cx="109728" cy="54864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45" name="Text 43"/>
          <p:cNvSpPr/>
          <p:nvPr/>
        </p:nvSpPr>
        <p:spPr>
          <a:xfrm>
            <a:off x="3822192" y="4800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质控看板与权限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0" y="48006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三级角色视图 · 审计留痕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69680" y="219456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869680" y="306324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869680" y="393192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869680" y="4800600"/>
            <a:ext cx="41148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372600" y="192024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72600" y="19659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首页上报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372600" y="226771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 / 卫健委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372600" y="278892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72600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考核看板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372600" y="31363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国考 · 院级 · 科室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372600" y="365760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72600" y="3703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质控报告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372600" y="40050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三级角色视图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372600" y="452628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72600" y="45720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372600" y="48737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科研 · 统计 · BI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372600" y="1417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业务出口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solidFill>
            <a:srgbClr val="E8F0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⚑ 关键设计：DeepAudit 不替换现有系统，只做旁路 + 嵌入。事中嵌入医生工作站，事后对接上报通道。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价值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做完之后，我们能拿到什么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60%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传统模式下首页合格率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人工抽查、事后整改、滞后修复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6035040" y="3108960"/>
            <a:ext cx="457200" cy="457200"/>
          </a:xfrm>
          <a:prstGeom prst="rightTriangle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2280" y="1691640"/>
            <a:ext cx="4800600" cy="3291840"/>
          </a:xfrm>
          <a:prstGeom prst="roundRect">
            <a:avLst>
              <a:gd name="adj" fmla="val 2778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8288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AFTER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224028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 95%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6812280" y="3657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智慧质控后首页合格率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41148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规则引擎事中拦截 + AI 主诊推荐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035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提质增效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医生填写效率显著提升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5212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53035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医保合规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5623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DRG/DIP 入组准确，减少违规扣款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5212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53035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管理透明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5623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实时质控报表 → 科室与个人维度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840" y="5212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53035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0" y="5623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 = 科研、统计、BI 的可信资产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路线图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项目里程碑（建议节奏）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260604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需求对齐 &amp; 接口梳理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PRD 终稿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接口清单 v1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规则集 v0 草案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783080"/>
            <a:ext cx="260604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2-3 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数据接入 &amp; 规则引擎 MVP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数据中台对接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强制规则上线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试点科室测试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783080"/>
            <a:ext cx="260604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4-5 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NLP &amp; 主诊推荐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EMR 实体抽取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主诊推荐模型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编码员协同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0" y="1783080"/>
            <a:ext cx="2606040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全院推广 &amp; 上报对接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0" y="37490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三级质控全覆盖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医保接口对接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SzPct val="100000"/>
              <a:buChar char="●"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国考报表上线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rot="5400000">
            <a:off x="3246120" y="3749040"/>
            <a:ext cx="164592" cy="274320"/>
          </a:xfrm>
          <a:prstGeom prst="rightTriangle">
            <a:avLst/>
          </a:prstGeom>
          <a:solidFill>
            <a:srgbClr val="C8D4E0"/>
          </a:solidFill>
          <a:ln/>
        </p:spPr>
      </p:sp>
      <p:sp>
        <p:nvSpPr>
          <p:cNvPr id="34" name="Shape 32"/>
          <p:cNvSpPr/>
          <p:nvPr/>
        </p:nvSpPr>
        <p:spPr>
          <a:xfrm rot="5400000">
            <a:off x="6080760" y="3749040"/>
            <a:ext cx="164592" cy="274320"/>
          </a:xfrm>
          <a:prstGeom prst="rightTriangle">
            <a:avLst/>
          </a:prstGeom>
          <a:solidFill>
            <a:srgbClr val="C8D4E0"/>
          </a:solidFill>
          <a:ln/>
        </p:spPr>
      </p:sp>
      <p:sp>
        <p:nvSpPr>
          <p:cNvPr id="35" name="Shape 33"/>
          <p:cNvSpPr/>
          <p:nvPr/>
        </p:nvSpPr>
        <p:spPr>
          <a:xfrm rot="5400000">
            <a:off x="8915400" y="3749040"/>
            <a:ext cx="164592" cy="274320"/>
          </a:xfrm>
          <a:prstGeom prst="rightTriangle">
            <a:avLst/>
          </a:prstGeom>
          <a:solidFill>
            <a:srgbClr val="C8D4E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8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DeepAudit · 病案首页与质控业务 Kickoff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行动项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信息科本月的关键配合事项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91640"/>
            <a:ext cx="6858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856232"/>
            <a:ext cx="914400" cy="82296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56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WK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18379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上游系统接口清单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2194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 HIS / EMR / LIS / PACS / 手麻 / HRP 的接口能力、频率、字段映射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5603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@系统集成组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6858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136392"/>
            <a:ext cx="914400" cy="82296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1363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WK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31181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数据样本与权限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65960" y="3474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 1000 份脱敏首页 + 对应 EMR 用于 NLP 训练；评审数据脱敏方案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38404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@数据 + 安全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6858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416552"/>
            <a:ext cx="914400" cy="82296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4165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WK 3-4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43982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试点科室与基线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65960" y="4754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4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 2-3 个试点科室；统计当前首页合格率、缺陷分布作为对照基线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65960" y="51206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@信息科 + 病案室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0" y="169164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5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启动后两周内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909560" y="265176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2880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PRD 评审会（本周五）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3337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接口清单 V1 提交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09560" y="3794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试点科室确认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4251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数据安全评估启动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09560" y="4709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Q&amp;A · 持续答疑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129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数据准、码到账、考核稳 — 期待与各位的紧密配合。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病案首页与质控业务 · DeepAudit Kickoff</dc:title>
  <dc:subject>PptxGenJS Presentation</dc:subject>
  <dc:creator>DeepAudit 项目组</dc:creator>
  <cp:lastModifiedBy>DeepAudit 项目组</cp:lastModifiedBy>
  <cp:revision>1</cp:revision>
  <dcterms:created xsi:type="dcterms:W3CDTF">2026-05-02T16:14:00Z</dcterms:created>
  <dcterms:modified xsi:type="dcterms:W3CDTF">2026-05-02T16:14:00Z</dcterms:modified>
</cp:coreProperties>
</file>